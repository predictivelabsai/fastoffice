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</a:defRPr>
            </a:pPr>
            <a:r>
              <a:t>FastOffice</a:t>
            </a:r>
            <a:br/>
            <a:r>
              <a:t>Platform Guide</a:t>
            </a:r>
          </a:p>
          <a:p>
            <a:pPr>
              <a:defRPr sz="1800">
                <a:solidFill>
                  <a:srgbClr val="F97316"/>
                </a:solidFill>
              </a:defRPr>
            </a:pPr>
            <a:r>
              <a:t>2026-08-19  •  https://office.fastsme.com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1BCCC"/>
                </a:solidFill>
              </a:defRPr>
            </a:pPr>
            <a:r>
              <a:t>FastOffice is the open-source productivity suite and control plane for FastDocs, FastSheets, FastSlides, FastDrive, FastMeet, FastInsights, FastMail, FastCalendar, and FastPilot.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Your work. Your data. Your freedom.</a:t>
            </a:r>
          </a:p>
        </p:txBody>
      </p:sp>
      <p:pic>
        <p:nvPicPr>
          <p:cNvPr id="3" name="Picture 2" descr="01-your-work-your-data-your-free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ONE OPEN WORKSPACE Your work. Your data. Your freedom. Discover the freedom of an open-source workspace—documents, spreadsheets, presentations, files, meetings, mail, calendars, insights and AI in one connected suite. Sign In Explore the suite Open source Self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https://office.fastsme.com/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Welcome to your work.</a:t>
            </a:r>
          </a:p>
        </p:txBody>
      </p:sp>
      <p:pic>
        <p:nvPicPr>
          <p:cNvPr id="3" name="Picture 2" descr="02-welcome-to-your-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← Back F FastOffice ONE CONNECTED WORKSPACE Welcome to your work. Sign in once to open every FastOffice product. D S P ✦ Sign in to FastOffice Use your email and password or continue with Google. Continue with Google or Email Password Forgot password? Sign in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https://office.fastsme.com/login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Welcome to your work.</a:t>
            </a:r>
          </a:p>
        </p:txBody>
      </p:sp>
      <p:pic>
        <p:nvPicPr>
          <p:cNvPr id="3" name="Picture 2" descr="02-welcome-to-your-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← Back F FastOffice ONE CONNECTED WORKSPACE Welcome to your work. Sign in once to open every FastOffice product. D S P ✦ Sign in to FastOffice Use your email and password or continue with Google. Continue with Google or Email Password Forgot password? Sign in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https://office.fastsme.com/login?next=/pilot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7FA"/>
                </a:solidFill>
              </a:defRPr>
            </a:pPr>
            <a:r>
              <a:t>Welcome to your work.</a:t>
            </a:r>
          </a:p>
        </p:txBody>
      </p:sp>
      <p:pic>
        <p:nvPicPr>
          <p:cNvPr id="3" name="Picture 2" descr="02-welcome-to-your-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7924799" cy="495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46920" y="1143000"/>
            <a:ext cx="196596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1BCCC"/>
                </a:solidFill>
              </a:defRPr>
            </a:pPr>
            <a:r>
              <a:t>← Back F FastOffice ONE CONNECTED WORKSPACE Welcome to your work. Sign in once to open every FastOffice product. D S P ✦ Sign in to FastOffice Use your email and password or continue with Google. Continue with Google or Email Password Forgot password? Sign in</a:t>
            </a:r>
          </a:p>
          <a:p>
            <a:pPr>
              <a:defRPr sz="900">
                <a:solidFill>
                  <a:srgbClr val="F97316"/>
                </a:solidFill>
              </a:defRPr>
            </a:pPr>
            <a:r>
              <a:t>https://office.fastsme.com/login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